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shows resolution, revocation, global identity, and counterfeit detection in one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 NAMESPACE PRIMITIVE · AGENT FLEETS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ENS registry. Many namespaces.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kill switches.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agent identity, mounted under multiple independently owned ENS namespaces.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325880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E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4602175" cy="658368"/>
          </a:xfrm>
          <a:prstGeom prst="roundRect">
            <a:avLst>
              <a:gd name="adj" fmla="val 1666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783080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</a:t>
            </a:r>
            <a:pPr indent="0" marL="0">
              <a:buNone/>
            </a:pPr>
            <a:r>
              <a:rPr lang="en-US" sz="20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shopa.eth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040880" y="2606040"/>
            <a:ext cx="4602175" cy="658368"/>
          </a:xfrm>
          <a:prstGeom prst="roundRect">
            <a:avLst>
              <a:gd name="adj" fmla="val 1666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2606040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</a:t>
            </a:r>
            <a:pPr indent="0" marL="0">
              <a:buNone/>
            </a:pPr>
            <a:r>
              <a:rPr lang="en-US" sz="20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shopb.eth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040880" y="3429000"/>
            <a:ext cx="4602175" cy="658368"/>
          </a:xfrm>
          <a:prstGeom prst="roundRect">
            <a:avLst>
              <a:gd name="adj" fmla="val 1666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0" y="3429000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</a:t>
            </a:r>
            <a:pPr indent="0" marL="0">
              <a:buNone/>
            </a:pPr>
            <a:r>
              <a:rPr lang="en-US" sz="20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shopc.eth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4343400"/>
            <a:ext cx="4602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Three namespaces.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duplicated registration.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to appear inside someone else's namespace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37460" cy="1920240"/>
          </a:xfrm>
          <a:prstGeom prst="roundRect">
            <a:avLst>
              <a:gd name="adj" fmla="val 5714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080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AgentFleet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14700" y="1828800"/>
            <a:ext cx="2537460" cy="1920240"/>
          </a:xfrm>
          <a:prstGeom prst="roundRect">
            <a:avLst>
              <a:gd name="adj" fmla="val 5714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3300" y="201168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43300" y="2286000"/>
            <a:ext cx="2080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A, B, C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2743200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shopa.eth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shopb.eth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shopc.eth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the same agent in each namespace: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mia.support.shopa.eth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mia.support.shopb.eth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mia.support.shopc.eth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28800"/>
            <a:ext cx="5333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merchant creates its own registration: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333695" cy="548640"/>
          </a:xfrm>
          <a:prstGeom prst="roundRect">
            <a:avLst>
              <a:gd name="adj" fmla="val 13333"/>
            </a:avLst>
          </a:prstGeom>
          <a:solidFill>
            <a:srgbClr val="161D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28600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gets </a:t>
            </a:r>
            <a:pPr indent="0" marL="0">
              <a:buNone/>
            </a:pPr>
            <a:r>
              <a:rPr lang="en-US" sz="17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9360" y="2971800"/>
            <a:ext cx="5333695" cy="548640"/>
          </a:xfrm>
          <a:prstGeom prst="roundRect">
            <a:avLst>
              <a:gd name="adj" fmla="val 13333"/>
            </a:avLst>
          </a:prstGeom>
          <a:solidFill>
            <a:srgbClr val="161D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2971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97180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becomes </a:t>
            </a:r>
            <a:pPr indent="0" marL="0">
              <a:buNone/>
            </a:pPr>
            <a:r>
              <a:rPr lang="en-US" sz="17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09360" y="3657600"/>
            <a:ext cx="5333695" cy="548640"/>
          </a:xfrm>
          <a:prstGeom prst="roundRect">
            <a:avLst>
              <a:gd name="adj" fmla="val 13333"/>
            </a:avLst>
          </a:prstGeom>
          <a:solidFill>
            <a:srgbClr val="161D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65760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becomes </a:t>
            </a:r>
            <a:pPr indent="0" marL="0">
              <a:buNone/>
            </a:pPr>
            <a:r>
              <a:rPr lang="en-US" sz="17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09360" y="4343400"/>
            <a:ext cx="5333695" cy="548640"/>
          </a:xfrm>
          <a:prstGeom prst="roundRect">
            <a:avLst>
              <a:gd name="adj" fmla="val 13333"/>
            </a:avLst>
          </a:prstGeom>
          <a:solidFill>
            <a:srgbClr val="161D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343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34340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and vendor authority is </a:t>
            </a:r>
            <a:pPr indent="0" marL="0">
              <a:buNone/>
            </a:pPr>
            <a:r>
              <a:rPr lang="en-US" sz="17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cleanly separated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166360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solves this at the namespace layer.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PRIMITIVE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one registry at multiple ENS parents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shopa.eth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shopb.eth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572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shopc.eth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720340"/>
            <a:ext cx="1371600" cy="100584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3817620"/>
            <a:ext cx="1371600" cy="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3291840" y="3909060"/>
            <a:ext cx="1371600" cy="100584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333756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7AA2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33375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6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E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UserRegistry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3817620"/>
            <a:ext cx="914400" cy="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03920" y="3474720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7AA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148840"/>
            <a:ext cx="6979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registration → many namespace locations.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617720"/>
            <a:ext cx="6979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UserRegistry is delegated into three independently owned namespaces. mia.support.shopa / shopb / shopc.eth all reach the </a:t>
            </a:r>
            <a:pPr indent="0" marL="0">
              <a:buNone/>
            </a:pPr>
            <a:r>
              <a:rPr lang="en-US" sz="1600" b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canonical mia registration.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CONTROLS WHAT?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parties. Two different authorities.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3611880"/>
          </a:xfrm>
          <a:prstGeom prst="roundRect">
            <a:avLst>
              <a:gd name="adj" fmla="val 3038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103120"/>
            <a:ext cx="435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· CONTROLS THE ENS NAMESPACE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this agent appear here?”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4724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its name, e.g. shopa.eth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the vendor's registry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Unmounts it at any time, without vendor cooperation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64328" cy="3611880"/>
          </a:xfrm>
          <a:prstGeom prst="roundRect">
            <a:avLst>
              <a:gd name="adj" fmla="val 3038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2148840"/>
            <a:ext cx="256032" cy="256032"/>
          </a:xfrm>
          <a:prstGeom prst="ellipse">
            <a:avLst/>
          </a:prstGeom>
          <a:solidFill>
            <a:srgbClr val="7AA2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10248" y="2103120"/>
            <a:ext cx="435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· CONTROLS AGENT IDENTITY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60604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this agent exist at all?”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3291840"/>
            <a:ext cx="4724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canonical agent registry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and maintains agents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Revokes an agent globally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authorized mount roster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</a:t>
            </a:r>
            <a:pPr indent="0" marL="0">
              <a:buNone/>
            </a:pPr>
            <a:r>
              <a:rPr lang="en-US" sz="24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kill switches.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 #1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fires the vendor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 decides to leave. One transaction: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0E1320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shopa.eth → UserRegistry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shopb.eth → ✕ unmounted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shopc.eth → UserRegistry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“Remove this fleet from </a:t>
            </a:r>
            <a:pPr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pPr indent="0" marL="0">
              <a:buNone/>
            </a:pPr>
            <a:r>
              <a:rPr lang="en-US" sz="2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namespace.”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7452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377440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mia.support.shopa.eth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247802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108960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 w="19050">
            <a:solidFill>
              <a:srgbClr val="FF7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108960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mia.support.shopb.eth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320954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333695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840480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mia.support.shopc.eth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394106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70916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controls its own doorway.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cooperation required.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 #2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fires one agent everywhere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AgentFleet unregisters </a:t>
            </a:r>
            <a:pPr indent="0" marL="0">
              <a:buNone/>
            </a:pPr>
            <a:r>
              <a:rPr lang="en-US" sz="18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pPr indent="0" marL="0">
              <a:buNone/>
            </a:pPr>
            <a:r>
              <a:rPr lang="en-US" sz="18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canonical UserRegistry, in one transaction.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18608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385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 → mia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78528" y="293522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318608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385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 → mia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78528" y="362102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18608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385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 → mia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78528" y="430682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24448" y="242316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4448" y="2834640"/>
            <a:ext cx="5318608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 w="19050">
            <a:solidFill>
              <a:srgbClr val="FF7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98768" y="2834640"/>
            <a:ext cx="385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 → mia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454335" y="293522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4448" y="3520440"/>
            <a:ext cx="5318608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 w="19050">
            <a:solidFill>
              <a:srgbClr val="FF7A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98768" y="3520440"/>
            <a:ext cx="385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 → mia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454335" y="362102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24448" y="4206240"/>
            <a:ext cx="5318608" cy="566928"/>
          </a:xfrm>
          <a:prstGeom prst="roundRect">
            <a:avLst>
              <a:gd name="adj" fmla="val 12903"/>
            </a:avLst>
          </a:prstGeom>
          <a:solidFill>
            <a:srgbClr val="1C2438"/>
          </a:solidFill>
          <a:ln w="19050">
            <a:solidFill>
              <a:srgbClr val="FF7A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98768" y="4206240"/>
            <a:ext cx="385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 → mia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0454335" y="430682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agent no longer exists.”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324448" y="5120640"/>
            <a:ext cx="531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controls the canonical identity: the opposite authority from the merchant kill switch.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SECURITY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≠ authorization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owns </a:t>
            </a:r>
            <a:pPr indent="0" marL="0">
              <a:buNone/>
            </a:pPr>
            <a:r>
              <a:rPr lang="en-US" sz="17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scam.eth</a:t>
            </a:r>
            <a:pPr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mounts the public UserRegistry: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760720" cy="1051560"/>
          </a:xfrm>
          <a:prstGeom prst="roundRect">
            <a:avLst>
              <a:gd name="adj" fmla="val 10435"/>
            </a:avLst>
          </a:prstGeom>
          <a:solidFill>
            <a:srgbClr val="161D2E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scam.eth → UserRegistry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mia.support.scam.eth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does not mean AgentFleet endorsed scam.eth. MOUNT separates two questions: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ENS resolve this? 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an authorized mount? 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766560" y="1874520"/>
            <a:ext cx="4876495" cy="3611880"/>
          </a:xfrm>
          <a:prstGeom prst="roundRect">
            <a:avLst>
              <a:gd name="adj" fmla="val 3038"/>
            </a:avLst>
          </a:prstGeom>
          <a:solidFill>
            <a:srgbClr val="161D2E"/>
          </a:solidFill>
          <a:ln w="19050">
            <a:solidFill>
              <a:srgbClr val="FF7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874520"/>
            <a:ext cx="4876495" cy="731520"/>
          </a:xfrm>
          <a:prstGeom prst="rect">
            <a:avLst/>
          </a:prstGeom>
          <a:solidFill>
            <a:srgbClr val="FF7A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MOUNT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743200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mia.support.scam.eth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3108960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951415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86600" y="3639312"/>
            <a:ext cx="4236415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3675888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registry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951415" y="36758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86600" y="4206240"/>
            <a:ext cx="4236415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4242816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exists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951415" y="42428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86600" y="4773168"/>
            <a:ext cx="4236415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4809744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parent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951415" y="4809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fail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counterfeit mount can resolve — </a:t>
            </a:r>
            <a:pPr indent="0" marL="0">
              <a:buNone/>
            </a:pPr>
            <a:r>
              <a:rPr lang="en-US" sz="22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MOUNT catches it.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TWO-SIDED CONSENT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mount is legitimate only when both sides agree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C2438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mounted it”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000" y="201168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20116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shopa.eth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7AA2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011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UserRegistry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registry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445752" y="201168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C2438"/>
          </a:solidFill>
          <a:ln w="19050">
            <a:solidFill>
              <a:srgbClr val="7AA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45752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endorse it”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2560320"/>
            <a:ext cx="685800" cy="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15000" y="2560320"/>
            <a:ext cx="685800" cy="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52560" y="2560320"/>
            <a:ext cx="393192" cy="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61188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REGISTRY · AUTHORIZED PARENTS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shopa.eth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authorized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902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shopb.eth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590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authorized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020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shopc.eth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50200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authorized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449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scam.eth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54498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not authorized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657600"/>
            <a:ext cx="5059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consent</a:t>
            </a:r>
            <a:pPr indent="0" marL="0">
              <a:buNone/>
            </a:pPr>
            <a:r>
              <a:rPr lang="en-US" sz="24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24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endorsement</a:t>
            </a:r>
            <a:pPr indent="0" marL="0">
              <a:buNone/>
            </a:pPr>
            <a:r>
              <a:rPr lang="en-US" sz="24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 legitimate mount.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754880"/>
            <a:ext cx="5059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namespace delegation into a verifiable relationship.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screen. Three consequences.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10312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76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mia.support.shopa.eth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Shop A · Registry: AgentFleet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mount · Agent: Mia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3008" y="182880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376008" y="210312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revokes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743200"/>
            <a:ext cx="476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 unmounts. Immediately: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mia.support.shopb.eth → DEAD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mia.support.shopa.eth → LIVE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480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48056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revokes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20640"/>
            <a:ext cx="476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AgentFleet unregisters mia.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doorways die.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3008" y="420624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480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376008" y="448056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5120640"/>
            <a:ext cx="476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mia.support.scam.eth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resolves — but the verifier turns red: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MOUNT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MATTERS TO 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 primitive, not just an agent app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ALREADY PROVIDES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ownership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Subregistry delegation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UniversalResolver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828800"/>
            <a:ext cx="6613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COMPOSES THEM INTO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2240280"/>
            <a:ext cx="6613855" cy="4572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240280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Canonical registry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0" y="2807208"/>
            <a:ext cx="6613855" cy="4572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807208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Multi-parent mounting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0" y="3374136"/>
            <a:ext cx="6613855" cy="4572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3374136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Two-sided endorsement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0" y="3941064"/>
            <a:ext cx="6613855" cy="457200"/>
          </a:xfrm>
          <a:prstGeom prst="roundRect">
            <a:avLst>
              <a:gd name="adj" fmla="val 16000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3941064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Independent revocation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336128" y="4526280"/>
            <a:ext cx="0" cy="27432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29200" y="4846320"/>
            <a:ext cx="6613855" cy="548640"/>
          </a:xfrm>
          <a:prstGeom prst="roundRect">
            <a:avLst>
              <a:gd name="adj" fmla="val 13333"/>
            </a:avLst>
          </a:prstGeom>
          <a:solidFill>
            <a:srgbClr val="7AA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reusable namespaces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registry, mounted into many independently owned ENS namespaces, without duplicating the underlying identities. The agent fleet is the demonstration; the primitive is broader.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IS TECHNICALLY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assumed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a fork against the real ENS infrastructure: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9424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94560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UserRegistry deployed through the real factory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61488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06624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registry mounted under three ENS names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73552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18688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parent owners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85616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30752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register() operation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242816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ERC-1155 identity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9744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754880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through the real UniversalResolver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78728" y="2249424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81648" y="2194560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viem client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761488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1648" y="2706624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Soulbound behavior verified via an approved operator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73552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81648" y="3218688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Merchant-level mount removal tested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3785616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781648" y="3730752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agent unregister tested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78728" y="4297680"/>
            <a:ext cx="329184" cy="329184"/>
          </a:xfrm>
          <a:prstGeom prst="ellipse">
            <a:avLst/>
          </a:prstGeom>
          <a:solidFill>
            <a:srgbClr val="4FD1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81648" y="4242816"/>
            <a:ext cx="481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/ counterfeit mount tested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161D2E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44068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mockup of what ENS could do. </a:t>
            </a:r>
            <a:pPr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namespace behavior has already been exercised against the actual ENS machinery.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 OPPORTUNITY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primitive. Demonstrate the future of agent namespaces.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1C2438"/>
          </a:solidFill>
          <a:ln w="19050">
            <a:solidFill>
              <a:srgbClr val="7AA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PRIZE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directly exercises ENS namespace composition: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Subregistry delegation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behavior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identity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ownership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UniversalResolver verification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828800"/>
            <a:ext cx="3169768" cy="4434840"/>
          </a:xfrm>
          <a:prstGeom prst="roundRect">
            <a:avLst>
              <a:gd name="adj" fmla="val 3462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2103120"/>
            <a:ext cx="2621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SECURITY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423160"/>
            <a:ext cx="2621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017520"/>
            <a:ext cx="2621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fleet's settlement address in the default record. The verifier then answers two independent questions: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4297680"/>
            <a:ext cx="2621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doorway endorsed?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settlement address clean?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5349240"/>
            <a:ext cx="2621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authorization and financial screening become complementary signals.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73288" y="1828800"/>
            <a:ext cx="3169768" cy="4434840"/>
          </a:xfrm>
          <a:prstGeom prst="roundRect">
            <a:avLst>
              <a:gd name="adj" fmla="val 3462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47608" y="2103120"/>
            <a:ext cx="2621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INTEGRATION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47608" y="2423160"/>
            <a:ext cx="2621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Curvegrid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747608" y="3017520"/>
            <a:ext cx="2621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 integration, kept lightweight and focused on the core namespace project.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MOUNT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demo. Deep ENS primitive.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MERCHANTS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“Put this vendor's fleet in my namespace — and remove it whenever I want.”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233008" y="182880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210312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VENDORS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514600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“Expose one canonical fleet across many namespaces — and revoke an agent everywhere.”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38912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VERIFIERS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00600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just ask whether the name resolves. Verify whether the doorway is authorized.”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33008" y="411480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3048" y="438912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800600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namespace delegation into a reusable, verifiable relationship.”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registry.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namespaces.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kill switches.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identity.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0" y="11887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shopa.eth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shopb.eth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2743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C2438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shopc.eth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0" y="1463040"/>
            <a:ext cx="548640" cy="704088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2240280"/>
            <a:ext cx="548640" cy="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8595360" y="2313432"/>
            <a:ext cx="548640" cy="704088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0" y="19202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7AA2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0" y="1920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UserRegistry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744200" y="2240280"/>
            <a:ext cx="320040" cy="0"/>
          </a:xfrm>
          <a:prstGeom prst="line">
            <a:avLst/>
          </a:prstGeom>
          <a:noFill/>
          <a:ln w="38100">
            <a:solidFill>
              <a:srgbClr val="7AA2F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1109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161D2E"/>
          </a:solidFill>
          <a:ln w="1905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754880"/>
            <a:ext cx="24078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once.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596564" y="4754880"/>
            <a:ext cx="24078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everywhere.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370168" y="4754880"/>
            <a:ext cx="24078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locally or globally.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43771" y="4754880"/>
            <a:ext cx="24078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relationship.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MOUNT</dc:title>
  <dc:subject>PptxGenJS Presentation</dc:subject>
  <dc:creator>PptxGenJS</dc:creator>
  <cp:lastModifiedBy>PptxGenJS</cp:lastModifiedBy>
  <cp:revision>1</cp:revision>
  <dcterms:created xsi:type="dcterms:W3CDTF">2026-09-26T07:12:46Z</dcterms:created>
  <dcterms:modified xsi:type="dcterms:W3CDTF">2026-09-26T07:12:46Z</dcterms:modified>
</cp:coreProperties>
</file>